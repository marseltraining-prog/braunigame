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56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3C"/>
                </a:solidFill>
                <a:latin typeface="Arial"/>
              </a:rPr>
              <a:t>ИГРА ПРО НАШУ ПЕКАРНЮ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6035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800" b="1" i="0">
                <a:solidFill>
                  <a:srgbClr val="2C2721"/>
                </a:solidFill>
                <a:latin typeface="Arial"/>
              </a:rPr>
              <a:t>Хлебная</a:t>
            </a:r>
          </a:p>
          <a:p>
            <a:pPr algn="l">
              <a:lnSpc>
                <a:spcPct val="92000"/>
              </a:lnSpc>
            </a:pPr>
            <a:r>
              <a:rPr sz="5800" b="1" i="0">
                <a:solidFill>
                  <a:srgbClr val="2C2721"/>
                </a:solidFill>
                <a:latin typeface="Arial"/>
              </a:rPr>
              <a:t>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7B6F60"/>
                </a:solidFill>
                <a:latin typeface="Arial"/>
              </a:rPr>
              <a:t>От одной точки до сети</a:t>
            </a:r>
          </a:p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7B6F60"/>
                </a:solidFill>
                <a:latin typeface="Arial"/>
              </a:rPr>
              <a:t>в 19 городах России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15968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4366259"/>
            <a:ext cx="1344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653C"/>
                </a:solidFill>
                <a:latin typeface="Arial"/>
              </a:rPr>
              <a:t>19 городов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4315968"/>
            <a:ext cx="1737360" cy="310896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4366259"/>
            <a:ext cx="1481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653C"/>
                </a:solidFill>
                <a:latin typeface="Arial"/>
              </a:rPr>
              <a:t>5 способов начать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4315968"/>
            <a:ext cx="2468880" cy="310896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4366259"/>
            <a:ext cx="2212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653C"/>
                </a:solidFill>
                <a:latin typeface="Arial"/>
              </a:rPr>
              <a:t>Работает на телефоне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9496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7B6F60"/>
                </a:solidFill>
                <a:latin typeface="Arial"/>
              </a:rPr>
              <a:t>Экономическая игра по мотивам нашей пекарни.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7B6F60"/>
                </a:solidFill>
                <a:latin typeface="Arial"/>
              </a:rPr>
              <a:t>Без установки: открыл ссылку — и играешь.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3407" y="1115568"/>
            <a:ext cx="4855464" cy="3054096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esk-0-start.png-5.25x3.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800600" cy="2999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4434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B6F60"/>
                </a:solidFill>
                <a:latin typeface="Arial"/>
              </a:rPr>
              <a:t>Выбор старта: пролог, кофейня, сеть, Россия, холдинг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Версия 1.0 · октябрь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653C"/>
                </a:solidFill>
                <a:latin typeface="Arial"/>
              </a:rPr>
              <a:t>ЧТО ЭТО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C2721"/>
                </a:solidFill>
                <a:latin typeface="Arial"/>
              </a:rPr>
              <a:t>Пекарня без риска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7B6F60"/>
                </a:solidFill>
                <a:latin typeface="Arial"/>
              </a:rPr>
              <a:t>Вы начинаете с одной точки и строите сеть: люди, поставки, кризисы, конкуренты, новые города.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3C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6148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Одна точка → сеть в Уфе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81527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Первый акт: найм, цех, поставки, ремонты, события.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3C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21607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Россия и холдинг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416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Города, директора, федеральная сеть; затем биржа, зарубежье или франшиза.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59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3C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81727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История и люди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00176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Герои, семейные линии, развилки и семь разных финалов.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7607" y="704088"/>
            <a:ext cx="5586983" cy="5312664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ap-d1440.png-6.05x5.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20"/>
            <a:ext cx="5532120" cy="5257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6053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B6F60"/>
                </a:solidFill>
                <a:latin typeface="Arial"/>
              </a:rPr>
              <a:t>Уфа: 45 точек, карта города и панель решений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Хлебная карта ·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653C"/>
                </a:solidFill>
                <a:latin typeface="Arial"/>
              </a:rPr>
              <a:t>ЧТО ВНУТРИ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C2721"/>
                </a:solidFill>
                <a:latin typeface="Arial"/>
              </a:rPr>
              <a:t>Больше, чем «открыть точку»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19 городов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86584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Подробные карты: районы, улицы, реки, мосты, реальные места.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783080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9659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5 способов начать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386584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Пролог, своя кофейня, сеть, сразу Россия, сразу холдинг.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3" y="1783080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21624" y="19659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100+ событий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386584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Кризисы, проверки, конкуренты, семейные дела и сюжетные сцены.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66744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496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Люди и команда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702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Найм, обучение, настроение, управляющие и директора городов.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3666744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38496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Три акта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42702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Уфа → Россия → холдинг. Три пути и три финала в третьем акте.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3666744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38496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Своя музыка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4270248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Тёплая тема «Тёплый хлеб», которая меняется по актам.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653C"/>
                </a:solidFill>
                <a:latin typeface="Arial"/>
              </a:rPr>
              <a:t>Всё в одном HTML-файле: без установки, без интернета, на телефоне и компьютере.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Хлебная карта · 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653C"/>
                </a:solidFill>
                <a:latin typeface="Arial"/>
              </a:rPr>
              <a:t>КАК ПОИГРАТЬ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C2721"/>
                </a:solidFill>
                <a:latin typeface="Arial"/>
              </a:rPr>
              <a:t>Пять минут до первой точки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402336" cy="402336"/>
          </a:xfrm>
          <a:prstGeom prst="roundRect">
            <a:avLst>
              <a:gd name="adj" fmla="val 8000"/>
            </a:avLst>
          </a:prstGeom>
          <a:solidFill>
            <a:srgbClr val="B56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56231"/>
            <a:ext cx="4023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AF2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5564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Открой ссылку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66543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С телефона или компьютера — устанавливать ничего не нужно.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39"/>
            <a:ext cx="402336" cy="402336"/>
          </a:xfrm>
          <a:prstGeom prst="roundRect">
            <a:avLst>
              <a:gd name="adj" fmla="val 8000"/>
            </a:avLst>
          </a:prstGeom>
          <a:solidFill>
            <a:srgbClr val="B56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07791"/>
            <a:ext cx="4023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AF2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80720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Выбери старт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18103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Для первого раза — «Пролог «Бариста»» или «Сразу кофейня».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402336" cy="402336"/>
          </a:xfrm>
          <a:prstGeom prst="roundRect">
            <a:avLst>
              <a:gd name="adj" fmla="val 8000"/>
            </a:avLst>
          </a:prstGeom>
          <a:solidFill>
            <a:srgbClr val="B56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9352"/>
            <a:ext cx="4023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AF2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5876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Открой первую точку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69663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Выбери место, набери команду, запусти производство.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402336" cy="402336"/>
          </a:xfrm>
          <a:prstGeom prst="roundRect">
            <a:avLst>
              <a:gd name="adj" fmla="val 8000"/>
            </a:avLst>
          </a:prstGeom>
          <a:solidFill>
            <a:srgbClr val="B56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10912"/>
            <a:ext cx="4023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AF2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1032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2721"/>
                </a:solidFill>
                <a:latin typeface="Arial"/>
              </a:rPr>
              <a:t>Дойди до России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2122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Когда сеть перерастёт город — откроется второй акт.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417320"/>
            <a:ext cx="4434840" cy="3977639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1645920"/>
            <a:ext cx="2651760" cy="2651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23760" y="440740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6F60"/>
                </a:solidFill>
                <a:latin typeface="Arial"/>
              </a:rPr>
              <a:t>Наведи камеру телефона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690872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B5653C"/>
                </a:solidFill>
                <a:latin typeface="Arial"/>
              </a:rPr>
              <a:t>marseltraining-prog.github.io/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B5653C"/>
                </a:solidFill>
                <a:latin typeface="Arial"/>
              </a:rPr>
              <a:t>BrauniGame/play/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7B6F60"/>
                </a:solidFill>
                <a:latin typeface="Arial"/>
              </a:rPr>
              <a:t>Звук включается после первого касания — так устроены браузеры.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Хлебная карта · 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653C"/>
                </a:solidFill>
                <a:latin typeface="Arial"/>
              </a:rPr>
              <a:t>КАК ЭТО ВЫГЛЯДИТ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C2721"/>
                </a:solidFill>
                <a:latin typeface="Arial"/>
              </a:rPr>
              <a:t>Три взгляда на игру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" y="1709928"/>
            <a:ext cx="5495544" cy="3438144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1440-02-scene-p01.png-5.95x3.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44068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2578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B6F60"/>
                </a:solidFill>
                <a:latin typeface="Arial"/>
              </a:rPr>
              <a:t>Пролог: смена в кофейне, герои и первые решения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389888"/>
            <a:ext cx="2112264" cy="4078224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b-0-start.png-2.25x4.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205740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5778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B6F60"/>
                </a:solidFill>
                <a:latin typeface="Arial"/>
              </a:rPr>
              <a:t>Телефон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05088" y="1709928"/>
            <a:ext cx="2889504" cy="2386584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sk-0-start.png-3.1x2.5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737360"/>
            <a:ext cx="283464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32520" y="416052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B6F60"/>
                </a:solidFill>
                <a:latin typeface="Arial"/>
              </a:rPr>
              <a:t>Старт: пять вариантов,</a:t>
            </a:r>
          </a:p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B6F60"/>
                </a:solidFill>
                <a:latin typeface="Arial"/>
              </a:rPr>
              <a:t>без установки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50749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C2721"/>
                </a:solidFill>
                <a:latin typeface="Arial"/>
              </a:rPr>
              <a:t>Один HTML-файл.</a:t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C2721"/>
                </a:solidFill>
                <a:latin typeface="Arial"/>
              </a:rPr>
              <a:t>Работает офлайн.</a:t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C2721"/>
                </a:solidFill>
                <a:latin typeface="Arial"/>
              </a:rPr>
              <a:t>Сохраняется в браузере.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Хлебная карта ·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56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3C"/>
                </a:solidFill>
                <a:latin typeface="Arial"/>
              </a:rPr>
              <a:t>ПРИГЛАШЕНИЕ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6492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600" b="1" i="0">
                <a:solidFill>
                  <a:srgbClr val="2C2721"/>
                </a:solidFill>
                <a:latin typeface="Arial"/>
              </a:rPr>
              <a:t>Поиграйте</a:t>
            </a:r>
          </a:p>
          <a:p>
            <a:pPr algn="l">
              <a:lnSpc>
                <a:spcPct val="98000"/>
              </a:lnSpc>
            </a:pPr>
            <a:r>
              <a:rPr sz="4600" b="1" i="0">
                <a:solidFill>
                  <a:srgbClr val="2C2721"/>
                </a:solidFill>
                <a:latin typeface="Arial"/>
              </a:rPr>
              <a:t>на досуге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B6F60"/>
                </a:solidFill>
                <a:latin typeface="Arial"/>
              </a:rPr>
              <a:t>Это игра по мотивам нашей пекарни, а не рабочий инструмент. Здесь можно ошибаться, спорить с командой и пробовать странные решения — без последствий для настоящей сети.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C2721"/>
                </a:solidFill>
                <a:latin typeface="Arial"/>
              </a:rPr>
              <a:t>Если найдёте ошибку или появится идея — напишите мне. Я собираю отзывы к пост-релизным версиям.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653C"/>
                </a:solidFill>
                <a:latin typeface="Arial"/>
              </a:rPr>
              <a:t>Спасибо, что попробуете.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097280"/>
            <a:ext cx="4251960" cy="4572000"/>
          </a:xfrm>
          <a:prstGeom prst="roundRect">
            <a:avLst>
              <a:gd name="adj" fmla="val 8000"/>
            </a:avLst>
          </a:prstGeom>
          <a:solidFill>
            <a:srgbClr val="FFFAF2"/>
          </a:solidFill>
          <a:ln w="12700">
            <a:solidFill>
              <a:srgbClr val="E3D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417320"/>
            <a:ext cx="260604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416052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B6F60"/>
                </a:solidFill>
                <a:latin typeface="Arial"/>
              </a:rPr>
              <a:t>Ссылка на игру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462272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B5653C"/>
                </a:solidFill>
                <a:latin typeface="Arial"/>
              </a:rPr>
              <a:t>marseltraining-prog.github.io/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B5653C"/>
                </a:solidFill>
                <a:latin typeface="Arial"/>
              </a:rPr>
              <a:t>BrauniGame/play/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21208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B6F60"/>
                </a:solidFill>
                <a:latin typeface="Arial"/>
              </a:rPr>
              <a:t>Версия 1.0 · октябрь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Хлебная карта ·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B6F6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